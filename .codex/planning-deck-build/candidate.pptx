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48d558503841e0" /><Relationship Type="http://schemas.openxmlformats.org/officeDocument/2006/relationships/extended-properties" Target="/docProps/app.xml" Id="Rbb5852c82feb4484" /><Relationship Type="http://schemas.openxmlformats.org/officeDocument/2006/relationships/officeDocument" Target="/ppt/presentation.xml" Id="R93117f887ac446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a959598fa847db"/>
  </p:sldMasterIdLst>
  <p:notesMasterIdLst>
    <p:notesMasterId xmlns:r="http://schemas.openxmlformats.org/officeDocument/2006/relationships" r:id="R661141a85c954f80"/>
  </p:notesMasterIdLst>
  <p:sldIdLst>
    <p:sldId xmlns:r="http://schemas.openxmlformats.org/officeDocument/2006/relationships" id="256" r:id="R08eeddc9e92f474f"/>
    <p:sldId xmlns:r="http://schemas.openxmlformats.org/officeDocument/2006/relationships" id="257" r:id="Rf7700129ea394711"/>
    <p:sldId xmlns:r="http://schemas.openxmlformats.org/officeDocument/2006/relationships" id="258" r:id="Radb95dea79194e9f"/>
    <p:sldId xmlns:r="http://schemas.openxmlformats.org/officeDocument/2006/relationships" id="259" r:id="Rf94f1de1ba124538"/>
    <p:sldId xmlns:r="http://schemas.openxmlformats.org/officeDocument/2006/relationships" id="260" r:id="R99958be3b77c4fe5"/>
    <p:sldId xmlns:r="http://schemas.openxmlformats.org/officeDocument/2006/relationships" id="261" r:id="Rff15482480a245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e4eb7c6dc14c05" /><Relationship Type="http://schemas.openxmlformats.org/officeDocument/2006/relationships/slideMaster" Target="/ppt/slideMasters/slideMaster1.xml" Id="Rcca959598fa847db" /><Relationship Type="http://schemas.openxmlformats.org/officeDocument/2006/relationships/notesMaster" Target="/ppt/notesMasters/notesMaster1.xml" Id="R661141a85c954f80" /><Relationship Type="http://schemas.openxmlformats.org/officeDocument/2006/relationships/presProps" Target="/ppt/presProps.xml" Id="R9461c4e307c944c5" /><Relationship Type="http://schemas.openxmlformats.org/officeDocument/2006/relationships/tableStyles" Target="/ppt/tableStyles.xml" Id="Rb47d94e5542c476b" /><Relationship Type="http://schemas.openxmlformats.org/officeDocument/2006/relationships/slide" Target="/ppt/slides/slide1.xml" Id="R08eeddc9e92f474f" /><Relationship Type="http://schemas.openxmlformats.org/officeDocument/2006/relationships/slide" Target="/ppt/slides/slide2.xml" Id="Rf7700129ea394711" /><Relationship Type="http://schemas.openxmlformats.org/officeDocument/2006/relationships/slide" Target="/ppt/slides/slide3.xml" Id="Radb95dea79194e9f" /><Relationship Type="http://schemas.openxmlformats.org/officeDocument/2006/relationships/slide" Target="/ppt/slides/slide4.xml" Id="Rf94f1de1ba124538" /><Relationship Type="http://schemas.openxmlformats.org/officeDocument/2006/relationships/slide" Target="/ppt/slides/slide5.xml" Id="R99958be3b77c4fe5" /><Relationship Type="http://schemas.openxmlformats.org/officeDocument/2006/relationships/slide" Target="/ppt/slides/slide6.xml" Id="Rff15482480a245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0fa78257944f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4cd67cc9df4a0e" /><Relationship Type="http://schemas.openxmlformats.org/officeDocument/2006/relationships/notesMaster" Target="/ppt/notesMasters/notesMaster1.xml" Id="R590c88ee216f41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2de0efa6264a37" /><Relationship Type="http://schemas.openxmlformats.org/officeDocument/2006/relationships/notesMaster" Target="/ppt/notesMasters/notesMaster1.xml" Id="R3205e399f52243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f0695fe0214161" /><Relationship Type="http://schemas.openxmlformats.org/officeDocument/2006/relationships/notesMaster" Target="/ppt/notesMasters/notesMaster1.xml" Id="Ra035bb2ebb0448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1e8264c1c6401b" /><Relationship Type="http://schemas.openxmlformats.org/officeDocument/2006/relationships/notesMaster" Target="/ppt/notesMasters/notesMaster1.xml" Id="R974d97a4c5b644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8a8cde3df84614" /><Relationship Type="http://schemas.openxmlformats.org/officeDocument/2006/relationships/notesMaster" Target="/ppt/notesMasters/notesMaster1.xml" Id="Re0b7af3128d642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43f351d17c4550" /><Relationship Type="http://schemas.openxmlformats.org/officeDocument/2006/relationships/notesMaster" Target="/ppt/notesMasters/notesMaster1.xml" Id="R3f854b9cc8334a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합성 목업 데이터. 실제 회사 정보가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60881dcb8443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15ad04aca24564" /><Relationship Type="http://schemas.openxmlformats.org/officeDocument/2006/relationships/slideLayout" Target="/ppt/slideLayouts/slideLayout1.xml" Id="R0d5b1d1f26834e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5b1d1f26834e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dea288cfc4483" /><Relationship Type="http://schemas.openxmlformats.org/officeDocument/2006/relationships/notesSlide" Target="/ppt/notesSlides/notesSlide1.xml" Id="R0d42a5b4311248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b0c720a904744" /><Relationship Type="http://schemas.openxmlformats.org/officeDocument/2006/relationships/notesSlide" Target="/ppt/notesSlides/notesSlide2.xml" Id="R9f8cc3d2acf44e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3590510f049ed" /><Relationship Type="http://schemas.openxmlformats.org/officeDocument/2006/relationships/notesSlide" Target="/ppt/notesSlides/notesSlide3.xml" Id="R367cb8ab966445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b96aa441c4c00" /><Relationship Type="http://schemas.openxmlformats.org/officeDocument/2006/relationships/notesSlide" Target="/ppt/notesSlides/notesSlide4.xml" Id="Rec1867366a434a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faab2ea624786" /><Relationship Type="http://schemas.openxmlformats.org/officeDocument/2006/relationships/notesSlide" Target="/ppt/notesSlides/notesSlide5.xml" Id="Rf4e60e8f3f1347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8269bb32646d6" /><Relationship Type="http://schemas.openxmlformats.org/officeDocument/2006/relationships/notesSlide" Target="/ppt/notesSlides/notesSlide6.xml" Id="Rafdbb18d35b948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728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A401C-0985-4549-9A7D-FE59D716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기획팀 9월 런칭 의사결정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67DF3-FB5D-48EC-A572-0B0E70F3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6FFF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6FFFA"/>
                </a:solidFill>
                <a:latin typeface="Arial"/>
                <a:ea typeface="Arial"/>
                <a:cs typeface="Arial"/>
              </a:rPr>
              <a:t>Slack · 회의 · Excel · PPT 목업 데이터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4446F-FEAF-4808-84F4-19615456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팀장부터 인턴까지 역할이 다른 다자간 대화에서 결정·액션·정보·잡담을 나누고, 근거를 카드와 원장으로 남기는 장면</a:t>
            </a:r>
          </a:p>
        </p:txBody>
      </p:sp>
    </p:spTree>
    <p:extLst>
      <p:ext uri="{BB962C8B-B14F-4D97-AF65-F5344CB8AC3E}">
        <p14:creationId xmlns:p14="http://schemas.microsoft.com/office/powerpoint/2010/main" val="20603905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A80704-A1A7-4FFC-9C7C-683BB06C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01  참여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FEC33-A356-4813-9F8D-04F34304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역할별 발언과 결정 권한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DD4EA-DBAF-48F1-AC00-D91FBE64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팀장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A8504-0481-4B74-A427-0057B81A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192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김현우  ·  최종 승인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71DA7-2EC9-4FDF-81D5-AE5EA06C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예산·일정 결정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777AA-02B6-480F-ACCA-FD93DBD4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과장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B4312-674A-4FB7-948E-D21D49FD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574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박서윤  ·  1차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FB77E-EF00-4E58-AC02-C154FB96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574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예산·리스크 검토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9F5AE-1FFF-481B-93F2-41BA5C90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52F2C-B639-4E98-8589-50D3660D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956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이준호  ·  실무 조율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FDE58-3C43-4940-88EE-E4253A1A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956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일정·업체 커뮤니케이션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5A5B2-62E0-40B2-9AFE-73FEBB9A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사원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1DABC-F19B-4F7E-B70C-22616CAB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338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최민지  ·  검증 담당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67E467-9A27-4A7A-BDF6-73256107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33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자료·테스트 케이스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58D2E-FBBA-4768-9F02-1AE5ABA3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인턴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2697D-CC01-47CE-BCD2-CF24DDDB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720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정다은  ·  자료 지원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F5181E-7785-4441-9AA4-3BAFBC37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720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조사·회의·문서 정리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610C72-CC6E-445C-A6AE-8DCAC1FF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483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대화 64건  ·  결정 후보 7건  ·  액션 19건  ·  정보 28건  ·  잡담 10건</a:t>
            </a:r>
          </a:p>
        </p:txBody>
      </p:sp>
    </p:spTree>
    <p:extLst>
      <p:ext uri="{BB962C8B-B14F-4D97-AF65-F5344CB8AC3E}">
        <p14:creationId xmlns:p14="http://schemas.microsoft.com/office/powerpoint/2010/main" val="1696518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48801-DA6B-4855-9BE8-921FBF1A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02  Slack·회의 목업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4C322-FC54-44B1-8F84-5932BC1B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결정으로 수렴하는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C238E-A44E-4193-838D-C59CCEFE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09:20  김현우 팀장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50FAC-7A4B-4AAB-8B6F-10259209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외주 QA 예산 1,800만원을 승인하고 9월 18일 베타를 진행해도 될까요? 금요일 17시까지 결정이 필요합니다.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29C1B-FB56-4EE0-AF3C-7D14CC56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09:29  이준호 대리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82190-0BC4-4A46-9EB3-18003A7F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민지님은 QA 업체 세 곳의 견적과 투입 가능일을 오늘 15시까지 받아 주세요.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73BA9-B2EA-4870-8874-D512527B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14:10  김현우 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36B1F-EC3E-49FB-ABF5-4C9B5908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업체 B를 우선협상 대상으로 두고, 리포트 샘플 확인 후 최종 승인하겠습니다.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5C552-81B8-43D6-8F71-19D6E323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002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0562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5621"/>
                </a:solidFill>
                <a:latin typeface="Arial"/>
                <a:ea typeface="Arial"/>
                <a:cs typeface="Arial"/>
              </a:rPr>
              <a:t>결정 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0145A-1257-4480-BB9C-A5B742B4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액션 요청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8A269-B1B2-4CD6-9851-B060198E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71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후속 결정</a:t>
            </a:r>
          </a:p>
        </p:txBody>
      </p:sp>
    </p:spTree>
    <p:extLst>
      <p:ext uri="{BB962C8B-B14F-4D97-AF65-F5344CB8AC3E}">
        <p14:creationId xmlns:p14="http://schemas.microsoft.com/office/powerpoint/2010/main" val="397263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9B210-B0D4-4BE4-9D31-5E47D0A7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03  문서 입력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942A8-E417-4884-AE14-704A35BE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Excel과 PPT가 근거가 되는 장면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8AC51-836B-42C4-9008-CE2ED895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1734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7346"/>
                </a:solidFill>
                <a:latin typeface="Arial"/>
                <a:ea typeface="Arial"/>
                <a:cs typeface="Arial"/>
              </a:rPr>
              <a:t>런칭 예산안.xlsx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49398-AA1F-48BF-B202-D2586660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외주 QA 상한 2,000만원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선택안 1,780만원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잔여 예비비 220만원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BC1CB-0A03-4088-A153-6CEDDBD9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747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7472A"/>
                </a:solidFill>
                <a:latin typeface="Arial"/>
                <a:ea typeface="Arial"/>
                <a:cs typeface="Arial"/>
              </a:rPr>
              <a:t>런칭 의사결정 자료.pptx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C1BE3-C5AA-47ED-B440-34A15198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9월 18일 베타 목표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QA 업체 비교와 리스크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고객 공지·장애 대응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580EF-C53E-4DF9-AE73-76FAC236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사수는 문서의 숫자·일정·원칙을 Slack/회의 발언과 함께 검색하고, 인용 가능한 문장만 답변에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1160140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27572-2C1E-4473-A800-EE1A4E5E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04  카드·원장·Q&amp;A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F176F-4948-416E-8819-E3129C52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사수가 만들어야 하는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5091D-8FB1-486B-91BC-024C676B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0562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05621"/>
                </a:solidFill>
                <a:latin typeface="Arial"/>
                <a:ea typeface="Arial"/>
                <a:cs typeface="Arial"/>
              </a:rPr>
              <a:t>지금 결정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1D4D6-CA0C-4154-9F52-8C0E32A6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외주 QA 업체 B와 1,780만원으로 계약할까요?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마감: 금요일 17시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근거: 대화 09:20, 예산안.xlsx, 업체 비교표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B40FD-F90F-49A1-B258-6E31068F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결정 원장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31CCB-47AA-44DD-8138-3038DECD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결정: 업체 B 우선협상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담당: 김현우 팀장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후속: 계약 초안·범위 변경 사전 승인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71DAB-795E-4CB1-B478-E1924197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05AD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05AD5"/>
                </a:solidFill>
                <a:latin typeface="Arial"/>
                <a:ea typeface="Arial"/>
                <a:cs typeface="Arial"/>
              </a:rPr>
              <a:t>묻기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EF960-C0C6-4916-836D-44A42967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“왜 업체 B를 선택했나요?” → 예산 상한, 투입일, 야간 테스트 범위를 함께 인용해 답변</a:t>
            </a:r>
          </a:p>
        </p:txBody>
      </p:sp>
    </p:spTree>
    <p:extLst>
      <p:ext uri="{BB962C8B-B14F-4D97-AF65-F5344CB8AC3E}">
        <p14:creationId xmlns:p14="http://schemas.microsoft.com/office/powerpoint/2010/main" val="4437723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0636D-12FB-41A1-8A66-D3D9BF72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05  테스트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D24D5-760F-4A26-9E6F-D0F409C3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검증용 목업 데이터 패키지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5FE37-5D74-4051-8BF5-59D9CE89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1734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7346"/>
                </a:solidFill>
                <a:latin typeface="Arial"/>
                <a:ea typeface="Arial"/>
                <a:cs typeface="Arial"/>
              </a:rPr>
              <a:t>기획팀_9월_런칭_의사결정_목업.xlsx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33DF3-EC94-44C7-8EDB-9D328B22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요약 · 대화 원문 64건 · 액션 추적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89912-AE71-4C96-820D-AFD416C8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747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7472A"/>
                </a:solidFill>
                <a:latin typeface="Arial"/>
                <a:ea typeface="Arial"/>
                <a:cs typeface="Arial"/>
              </a:rPr>
              <a:t>기획팀_9월_런칭_의사결정_목업.pptx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ECCE4-A159-42BF-8465-EF2B992D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역할 구조 · 대화 수렴 · 문서 근거 · 사수 결과 화면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CC636-9240-46C9-8A51-198EFA1D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합성 데이터로 Slack 메시지, 회의 전사, 문서 근거, Q&amp;A를 반복 검증할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980428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2026-09-10T22:07:29.5240000Z</dcterms:created>
  <dcterms:modified xsi:type="dcterms:W3CDTF">2026-09-10T22:07:29.5240000Z</dcterms:modified>
</coreProperties>
</file>